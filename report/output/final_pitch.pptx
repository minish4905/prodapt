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EcoCart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VentureX-Ray Final Investor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Plastic waste from online shopping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AI-powered sustainable shopping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Environment-conscious online shoppers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Subscription and transaction fees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Stress-Test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 attacker findings available.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 vulnerabilities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Founder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Defense Score: 82.0/100</a:t>
            </a:r>
          </a:p>
          <a:p>
            <a:pPr>
              <a:defRPr sz="2000"/>
            </a:pPr>
            <a:r>
              <a:t>Founder responses were evaluated against AI attacks.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 investor simulation data available.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Readiness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82.0/100</a:t>
            </a:r>
          </a:p>
          <a:p>
            <a:pPr>
              <a:defRPr sz="2000"/>
            </a:pPr>
            <a:r>
              <a:t>Final Decision: STRONG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Startup is investment ready.</a:t>
            </a:r>
          </a:p>
          <a:p>
            <a:pPr>
              <a:defRPr sz="2000"/>
            </a:pPr>
            <a:r>
              <a:t>Major vulnerabilities were addressed.</a:t>
            </a:r>
          </a:p>
          <a:p>
            <a:pPr>
              <a:defRPr sz="2000"/>
            </a:pPr>
            <a:r>
              <a:t>Continue validating the business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EcoCart</a:t>
            </a:r>
          </a:p>
          <a:p>
            <a:pPr>
              <a:defRPr sz="2000"/>
            </a:pPr>
            <a:r>
              <a:t>Stress-tested. Defended. Investor-ready.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